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65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58" autoAdjust="0"/>
    <p:restoredTop sz="94660"/>
  </p:normalViewPr>
  <p:slideViewPr>
    <p:cSldViewPr snapToGrid="0">
      <p:cViewPr varScale="1">
        <p:scale>
          <a:sx n="93" d="100"/>
          <a:sy n="93" d="100"/>
        </p:scale>
        <p:origin x="7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9BC27-1F1C-48E1-401A-E02802C81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A587A9-193E-A3D4-0680-FB10CD46D8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C91AE-33FD-B175-C3E3-58B6D8B7C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A7A07-177F-4A6D-8756-69B0E89F034E}" type="datetimeFigureOut">
              <a:rPr lang="en-CA" smtClean="0"/>
              <a:t>2025-11-24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546252-924A-35AC-7A8E-802836CFF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CF505F-C8C7-FBBA-7C08-71EE9BFA1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FC41A-E043-4D15-A9EF-7781CD34D04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8478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C57F5-221F-1208-E677-A6C68B86A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A4B3B-F75F-5F93-6FF3-62A3F73AB0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AE31CB-D89C-676A-C5C6-CA4E6ECE6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A7A07-177F-4A6D-8756-69B0E89F034E}" type="datetimeFigureOut">
              <a:rPr lang="en-CA" smtClean="0"/>
              <a:t>2025-11-24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A34807-94E4-8CC0-49C3-D83AF8847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68A8B8-1B45-C302-4C82-08DB5C42B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FC41A-E043-4D15-A9EF-7781CD34D04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54693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95D2E-C4C5-8313-4208-0181E154A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56DA76-8CD9-DCD2-C768-483B5CC4D8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736DBD-4C0D-A1F6-9207-FC91B64E6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A7A07-177F-4A6D-8756-69B0E89F034E}" type="datetimeFigureOut">
              <a:rPr lang="en-CA" smtClean="0"/>
              <a:t>2025-11-24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39BFCD-93A7-82DD-29A8-D99234389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D3ACC5-44E4-44DE-9F7D-31C6F0C2C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FC41A-E043-4D15-A9EF-7781CD34D04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14951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40800-2793-D3D2-62E2-961045EEF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9C3C92-EA7D-2AAC-287F-CE9146502B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2E390C-947C-C9D1-6E9F-5ADF147279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65BCCE-BBC4-75CE-320A-220463954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A7A07-177F-4A6D-8756-69B0E89F034E}" type="datetimeFigureOut">
              <a:rPr lang="en-CA" smtClean="0"/>
              <a:t>2025-11-24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3AC209-9263-16D3-EDC4-CAC70F10B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ED18F9-282E-E37E-135A-8C3F04F33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FC41A-E043-4D15-A9EF-7781CD34D04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21854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1D4A9-CC88-0FEF-2A3C-05214CCF7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CC6752-92D4-EA51-6AE5-C66E148A01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5D7B35-7033-DD75-CA92-89A8B720CF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27B6C9-5FB1-97A8-4E6B-E14283F5C7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D18F24-0658-733C-1DA4-EE5A60A322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87687B-3926-C7B3-5E88-DE25D3565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A7A07-177F-4A6D-8756-69B0E89F034E}" type="datetimeFigureOut">
              <a:rPr lang="en-CA" smtClean="0"/>
              <a:t>2025-11-24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41B8FF-C0B9-A86B-B9C4-E998AE6FE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A3E161-34E6-BC4B-07A8-D13E51775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FC41A-E043-4D15-A9EF-7781CD34D04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83204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91973-02EA-F047-1A23-AC9045158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BD0E13-6AE4-DE0A-DD65-59AC215F5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A7A07-177F-4A6D-8756-69B0E89F034E}" type="datetimeFigureOut">
              <a:rPr lang="en-CA" smtClean="0"/>
              <a:t>2025-11-24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574CDE-04CB-F688-8164-AA3223E2E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BD5984-AD3F-DA00-AD5A-576B7404F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FC41A-E043-4D15-A9EF-7781CD34D04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95925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C32F2F-C410-4ACE-6684-5A13D3194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A7A07-177F-4A6D-8756-69B0E89F034E}" type="datetimeFigureOut">
              <a:rPr lang="en-CA" smtClean="0"/>
              <a:t>2025-11-24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A30EE4-37E2-6D87-D166-E32AF441F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6A6890-FBB6-6DD8-16BE-5759C11E1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FC41A-E043-4D15-A9EF-7781CD34D04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27353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0C3E9-2820-D987-4A0B-10332DAD8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4A4E37-23ED-FF13-B89A-F1011AF18C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8BF365-C3B5-60B6-86F2-C820381733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DF390B-993E-65A8-2AD3-D0CF46489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A7A07-177F-4A6D-8756-69B0E89F034E}" type="datetimeFigureOut">
              <a:rPr lang="en-CA" smtClean="0"/>
              <a:t>2025-11-24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2A89CD-244F-9FCD-3FA3-DF1EDA7AD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21D5E5-DCB5-D23C-997C-CAFCBE503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FC41A-E043-4D15-A9EF-7781CD34D04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10213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76C35-3421-B330-3B14-229CACC21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66E020-7920-5D1C-4207-9F45233C46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F7B8E5-3452-CC7F-4F7F-8E1CA5A8A0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03E524-1A19-59CC-C296-B36117AB6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A7A07-177F-4A6D-8756-69B0E89F034E}" type="datetimeFigureOut">
              <a:rPr lang="en-CA" smtClean="0"/>
              <a:t>2025-11-24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25C73A-A929-EC2C-5CED-7E0AC6A34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AEFC7B-96D1-A8ED-EDCE-F6795DD93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FC41A-E043-4D15-A9EF-7781CD34D04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54802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E2C90-C0DD-8C30-5DD3-77FA79365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26925A-6F98-84E2-C18C-4B824CE6FD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54FD22-AD91-D9EB-F2BF-D0882BEEE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A7A07-177F-4A6D-8756-69B0E89F034E}" type="datetimeFigureOut">
              <a:rPr lang="en-CA" smtClean="0"/>
              <a:t>2025-11-24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C1B945-7A28-4FA1-30DF-53C2E692D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8321C9-60B2-0B37-2779-67DD83A9B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FC41A-E043-4D15-A9EF-7781CD34D04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09165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DE6FEB-6890-9512-E74C-E1A09071CA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E8D5C5-319E-6D0E-E8B6-ECEB9B41FC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07EB2D-B8C4-4D52-E308-56EFCCDC8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A7A07-177F-4A6D-8756-69B0E89F034E}" type="datetimeFigureOut">
              <a:rPr lang="en-CA" smtClean="0"/>
              <a:t>2025-11-24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9B4D8A-FF01-7E25-BCFC-E7E7599C7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A3A7E-67F7-9BA4-D045-B34D12BF5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FC41A-E043-4D15-A9EF-7781CD34D04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91170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B1B324-ACF6-F048-78BC-D2A990B93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DB2E1E-68D2-C10F-A383-84ACBACDBD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59836C-DD1E-36F2-2C63-08B30CD596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4A7A07-177F-4A6D-8756-69B0E89F034E}" type="datetimeFigureOut">
              <a:rPr lang="en-CA" smtClean="0"/>
              <a:t>2025-11-24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F724FA-9393-B262-26B0-9761782AFC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617458-7A1B-B136-1506-2991A2AB44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8FC41A-E043-4D15-A9EF-7781CD34D04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99505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9423A-93F5-7956-5575-EB846442B8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Cancer 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FA0FBE-2AAC-5462-4E99-C0A5B5C76D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Group Members: </a:t>
            </a:r>
          </a:p>
          <a:p>
            <a:r>
              <a:rPr lang="en-US" dirty="0"/>
              <a:t>Patel Nishi</a:t>
            </a:r>
          </a:p>
          <a:p>
            <a:r>
              <a:rPr lang="en-US" dirty="0"/>
              <a:t>Prajapati Devanshu </a:t>
            </a:r>
            <a:r>
              <a:rPr lang="en-US" dirty="0" err="1"/>
              <a:t>Dilipkumar</a:t>
            </a:r>
            <a:endParaRPr lang="en-US" dirty="0"/>
          </a:p>
          <a:p>
            <a:r>
              <a:rPr lang="en-US" dirty="0"/>
              <a:t>Patel </a:t>
            </a:r>
            <a:r>
              <a:rPr lang="en-US" dirty="0" err="1"/>
              <a:t>Avikumar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9893183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A8F9C-7968-5CE8-7B57-F8F0975FD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38033"/>
          </a:xfrm>
        </p:spPr>
        <p:txBody>
          <a:bodyPr/>
          <a:lstStyle/>
          <a:p>
            <a:endParaRPr lang="en-C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D5DC0FB-5C94-1EF9-75B1-1FBB31CEDB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6927" y="1825625"/>
            <a:ext cx="9498145" cy="4351338"/>
          </a:xfrm>
        </p:spPr>
      </p:pic>
    </p:spTree>
    <p:extLst>
      <p:ext uri="{BB962C8B-B14F-4D97-AF65-F5344CB8AC3E}">
        <p14:creationId xmlns:p14="http://schemas.microsoft.com/office/powerpoint/2010/main" val="3300037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AE824-8801-237B-C199-A44F07BA1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210C59D-BF3C-C3D2-6BD0-7D307EE2D4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9699" y="1825625"/>
            <a:ext cx="7992601" cy="4351338"/>
          </a:xfrm>
        </p:spPr>
      </p:pic>
    </p:spTree>
    <p:extLst>
      <p:ext uri="{BB962C8B-B14F-4D97-AF65-F5344CB8AC3E}">
        <p14:creationId xmlns:p14="http://schemas.microsoft.com/office/powerpoint/2010/main" val="18618363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3ADAE4B-6CFE-AA98-9008-F117461684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027" y="617838"/>
            <a:ext cx="10717427" cy="5708821"/>
          </a:xfrm>
        </p:spPr>
      </p:pic>
    </p:spTree>
    <p:extLst>
      <p:ext uri="{BB962C8B-B14F-4D97-AF65-F5344CB8AC3E}">
        <p14:creationId xmlns:p14="http://schemas.microsoft.com/office/powerpoint/2010/main" val="25440235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6041C-FB08-88A3-E058-19056524B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73989"/>
          </a:xfrm>
        </p:spPr>
        <p:txBody>
          <a:bodyPr>
            <a:normAutofit fontScale="90000"/>
          </a:bodyPr>
          <a:lstStyle/>
          <a:p>
            <a:endParaRPr lang="en-CA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193DE5F-5161-A120-918C-22738F2FC71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079332"/>
            <a:ext cx="10315833" cy="2940733"/>
          </a:xfr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763BC51-D724-6D6F-AE46-0FC0D39119A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0568" y="4497134"/>
            <a:ext cx="5181600" cy="2360866"/>
          </a:xfrm>
        </p:spPr>
      </p:pic>
    </p:spTree>
    <p:extLst>
      <p:ext uri="{BB962C8B-B14F-4D97-AF65-F5344CB8AC3E}">
        <p14:creationId xmlns:p14="http://schemas.microsoft.com/office/powerpoint/2010/main" val="270102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8CCF2-F9F6-9807-BFE3-85CDB1603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9586E73-C141-0975-2348-C364259F57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8694" y="1825625"/>
            <a:ext cx="7774612" cy="4351338"/>
          </a:xfrm>
        </p:spPr>
      </p:pic>
    </p:spTree>
    <p:extLst>
      <p:ext uri="{BB962C8B-B14F-4D97-AF65-F5344CB8AC3E}">
        <p14:creationId xmlns:p14="http://schemas.microsoft.com/office/powerpoint/2010/main" val="34864454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1700D-ACE0-D474-FF6A-88A60ECA6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79CE7E5-B141-30BE-2974-43CC37B2348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551753"/>
            <a:ext cx="5181600" cy="2899082"/>
          </a:xfr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12407BA-BE50-986B-18EA-6C266CC3D63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392049"/>
            <a:ext cx="5181600" cy="3218489"/>
          </a:xfrm>
        </p:spPr>
      </p:pic>
    </p:spTree>
    <p:extLst>
      <p:ext uri="{BB962C8B-B14F-4D97-AF65-F5344CB8AC3E}">
        <p14:creationId xmlns:p14="http://schemas.microsoft.com/office/powerpoint/2010/main" val="6058753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7038A-9E2F-0EF9-40E8-0EE44E8AD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D053F30-9C02-2488-3501-DCDECFC9F5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6621" y="1825625"/>
            <a:ext cx="8158758" cy="4351338"/>
          </a:xfrm>
        </p:spPr>
      </p:pic>
    </p:spTree>
    <p:extLst>
      <p:ext uri="{BB962C8B-B14F-4D97-AF65-F5344CB8AC3E}">
        <p14:creationId xmlns:p14="http://schemas.microsoft.com/office/powerpoint/2010/main" val="38233308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11</Words>
  <Application>Microsoft Office PowerPoint</Application>
  <PresentationFormat>Widescreen</PresentationFormat>
  <Paragraphs>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Cancer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Devanshu Prajapati</dc:creator>
  <cp:lastModifiedBy>Devanshu Prajapati</cp:lastModifiedBy>
  <cp:revision>3</cp:revision>
  <dcterms:created xsi:type="dcterms:W3CDTF">2025-11-24T21:07:49Z</dcterms:created>
  <dcterms:modified xsi:type="dcterms:W3CDTF">2025-11-24T21:25:33Z</dcterms:modified>
</cp:coreProperties>
</file>